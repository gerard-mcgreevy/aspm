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Software Project Management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Placement Research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Gerard McGreevy – D00284284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Researched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Multinationals: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NVIDIA, Samsung, Google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SMEs: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Phorest, XOCEAN, Workvivo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Startups: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Wayflyer, StrikePay, Tines, Solidroad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Challenges by Company 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Multinationals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Structured mentorship, big brand on CV, but competitive and can feel impersonal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SMEs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Broader hands-on experience, closer teams, but less formal training and fewer resources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Startups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Direct product impact, full ownership of work, but risk of instability and long hours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Academic Requirements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Common skills sought across companies: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Python, Java, JavaScript, React, cloud platforms, data analytics, API development, agile, communication and teamwork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Academic standards: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Google – no strict GPA but 3.0+ recommended, CS / Software Eng preferred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XOCEAN – Level 7/8 degree, 2.1+ in technical modules, Marine Science / Robotics / Engineering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Wayflyer – 2.1 minimum typical, Finance / Data Analytics / Software Dev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Culture &amp; Ethical Considerations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Culture: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Google – 20% passion projects, flat teams, TGIF all-hands meetings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XOCEAN – purpose-driven, remote-first, sustainability focused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Wayflyer – high-ambition, fast-paced, cross-functional teams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Ethics &amp; Data Protection: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All companies require strict GDPR compliance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Fintech companies need highest level of data security around payments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AI companies raise ethical concerns around transparency and user data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Students must understand their obligations before starting any placement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Multinationals offer structure and brand value but are competitive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SMEs give broader experience with closer mentorship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Startups reward initiative but come with instability risks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GDPR and data ethics matter across all placement types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The best fit depends on your skills, career goals, and how much structure you want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Gerard McGreevy – D00284284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ASPM - Work Placement Research</dc:title>
  <dc:subject>PptxGenJS Presentation</dc:subject>
  <dc:creator>Gerard McGreevy</dc:creator>
  <cp:lastModifiedBy>Gerard McGreevy</cp:lastModifiedBy>
  <cp:revision>1</cp:revision>
  <dcterms:created xsi:type="dcterms:W3CDTF">2026-03-24T15:38:45Z</dcterms:created>
  <dcterms:modified xsi:type="dcterms:W3CDTF">2026-03-24T15:38:45Z</dcterms:modified>
</cp:coreProperties>
</file>